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1800">
                <a:solidFill>
                  <a:srgbClr val="FFFFFF"/>
                </a:solidFill>
                <a:latin typeface="Aptos"/>
              </a:rPr>
              <a:t>SolutionAdda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800">
                <a:solidFill>
                  <a:srgbClr val="FFFFFF"/>
                </a:solidFill>
                <a:latin typeface="Aptos"/>
              </a:rPr>
              <a:t>A web-based platform for programming solutions and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rPr sz="1800">
                <a:solidFill>
                  <a:srgbClr val="FFFFFF"/>
                </a:solidFill>
                <a:latin typeface="Aptos"/>
              </a:rPr>
              <a:t>Learn • Code • Build</a:t>
            </a:r>
          </a:p>
          <a:p>
            <a:pPr algn="ctr">
              <a:defRPr sz="2500"/>
            </a:pPr>
            <a:r>
              <a:rPr sz="1800">
                <a:solidFill>
                  <a:srgbClr val="FFFFFF"/>
                </a:solidFill>
                <a:latin typeface="Aptos"/>
              </a:rPr>
              <a:t>Project Presentation</a:t>
            </a:r>
          </a:p>
          <a:p>
            <a:pPr algn="ctr">
              <a:defRPr sz="2000"/>
            </a:pPr>
            <a:r>
              <a:rPr sz="1800">
                <a:solidFill>
                  <a:srgbClr val="FFFFFF"/>
                </a:solidFill>
                <a:latin typeface="Aptos"/>
              </a:rPr>
              <a:t>Presented by Utkarsh Tomar</a:t>
            </a:r>
          </a:p>
          <a:p>
            <a:pPr algn="ctr">
              <a:defRPr sz="1700"/>
            </a:pPr>
            <a:r>
              <a:rPr sz="1800">
                <a:solidFill>
                  <a:srgbClr val="FFFFFF"/>
                </a:solidFill>
                <a:latin typeface="Aptos"/>
              </a:rPr>
              <a:t>DR.K.N.M.I.E.T  |  BCA 5 sem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FFFFFF"/>
                </a:solidFill>
                <a:latin typeface="Aptos"/>
              </a:rPr>
              <a:t>SolutionAdda  •  Utkarsh Tomar  •  DR.K.N.M.I.E.T  •  BCA 5 sem    |   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SOLUTIONADDA   •   UTKARSH TOMAR   •   DR.K.N.M.I.E.T   •   BCA 5 SEM                             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5074920"/>
            <a:ext cx="20574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PROJECT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is a web application for discovering and managing programming solutions.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It provides a simple interface for students and learners to explore code examples.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An admin panel allows authorized users to add, edit and delete solutions.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PHP and MySQL provide the backend, authentication and data storage.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The project combines frontend design, backend development and database management.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01 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Programming learners often search across multiple sources for simple, understandable examples.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Static pages become difficult to maintain as the number of solutions increases.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Administrators need a structured way to manage coding content.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addresses these needs through a centralized, database-driven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02 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74720" cy="1691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Centralize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Keep programming solutions in one organized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554480"/>
            <a:ext cx="3474720" cy="1691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Simplify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Make solutions easy to browse and understand.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554480"/>
            <a:ext cx="3474720" cy="1691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Manage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Provide admin CRUD operations for solution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11880"/>
            <a:ext cx="3474720" cy="1691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Secure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Use login, sessions and password hashing for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611880"/>
            <a:ext cx="3474720" cy="1691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Scale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Use MySQL so the solution library can grow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03 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04  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600200"/>
            <a:ext cx="33832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>
                <a:latin typeface="Aptos"/>
              </a:rPr>
              <a:t>FRONTEND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Aptos"/>
              </a:defRPr>
            </a:pPr>
            <a:r>
              <a:rPr>
                <a:latin typeface="Aptos"/>
              </a:rPr>
              <a:t>HTML5  •  CSS3  •  Responsive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600200"/>
            <a:ext cx="33832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>
                <a:latin typeface="Aptos"/>
              </a:rPr>
              <a:t>BACKEND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Aptos"/>
              </a:defRPr>
            </a:pPr>
            <a:r>
              <a:rPr>
                <a:latin typeface="Aptos"/>
              </a:rPr>
              <a:t>PHP 8.2  •  Sessions  •  CRUD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00200"/>
            <a:ext cx="33832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>
                <a:latin typeface="Aptos"/>
              </a:rPr>
              <a:t>DATABASE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Aptos"/>
              </a:defRPr>
            </a:pPr>
            <a:r>
              <a:rPr>
                <a:latin typeface="Aptos"/>
              </a:rPr>
              <a:t>MySQL  •  phpMyAdmin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33832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>
                <a:latin typeface="Aptos"/>
              </a:rPr>
              <a:t>TOOLS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Aptos"/>
              </a:defRPr>
            </a:pPr>
            <a:r>
              <a:rPr>
                <a:latin typeface="Aptos"/>
              </a:rPr>
              <a:t>VS Code  •  XAMPP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657600"/>
            <a:ext cx="33832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>
                <a:latin typeface="Aptos"/>
              </a:rPr>
              <a:t>AUTHENTICATION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Aptos"/>
              </a:defRPr>
            </a:pPr>
            <a:r>
              <a:rPr>
                <a:latin typeface="Aptos"/>
              </a:rPr>
              <a:t>Admin &amp; Customer 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657600"/>
            <a:ext cx="33832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rPr>
                <a:latin typeface="Aptos"/>
              </a:rPr>
              <a:t>DEPLOYMENT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  <a:latin typeface="Aptos"/>
              </a:defRPr>
            </a:pPr>
            <a:r>
              <a:rPr>
                <a:latin typeface="Aptos"/>
              </a:rPr>
              <a:t>PHP/MySQL hosting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05 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29718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rPr>
                <a:latin typeface="Aptos"/>
              </a:rPr>
              <a:t>USER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>
                <a:latin typeface="Aptos"/>
              </a:rPr>
              <a:t>Browser / Visitor</a:t>
            </a:r>
          </a:p>
        </p:txBody>
      </p:sp>
      <p:sp>
        <p:nvSpPr>
          <p:cNvPr id="9" name="Chevron 8"/>
          <p:cNvSpPr/>
          <p:nvPr/>
        </p:nvSpPr>
        <p:spPr>
          <a:xfrm>
            <a:off x="3767328" y="2670048"/>
            <a:ext cx="411480" cy="59436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60520" y="2240280"/>
            <a:ext cx="29718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rPr>
                <a:latin typeface="Aptos"/>
              </a:rPr>
              <a:t>PHP APP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>
                <a:latin typeface="Aptos"/>
              </a:rPr>
              <a:t>Authentication + CRUD</a:t>
            </a:r>
          </a:p>
        </p:txBody>
      </p:sp>
      <p:sp>
        <p:nvSpPr>
          <p:cNvPr id="11" name="Chevron 10"/>
          <p:cNvSpPr/>
          <p:nvPr/>
        </p:nvSpPr>
        <p:spPr>
          <a:xfrm>
            <a:off x="7196327" y="2670048"/>
            <a:ext cx="411480" cy="59436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2240280"/>
            <a:ext cx="297180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rPr>
                <a:latin typeface="Aptos"/>
              </a:rPr>
              <a:t>MYSQL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>
                <a:latin typeface="Aptos"/>
              </a:rPr>
              <a:t>Users + Solutions + 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User Roles &amp;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212080" cy="3383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Customer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• Register and log in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Access customer dashboard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Browse programming solutions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Send contact messages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Log out securely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212080" cy="3383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Administrator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• Secure admin login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Add new solutions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Edit existing solutions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Delete solutions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View registered users</a:t>
            </a:r>
            <a:br/>
            <a:r>
              <a:rPr sz="1800">
                <a:solidFill>
                  <a:srgbClr val="1E293B"/>
                </a:solidFill>
                <a:latin typeface="Aptos"/>
              </a:rPr>
              <a:t>• Read contact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06  USER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users — stores account details, roles and timestamps.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solutions — stores title, category, language, description, code and creator.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contact_messages — stores messages submitted through the contact form.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Relationships connect solution records to the administrator who created them.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Passwords are stored using password hashing rather than plain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07 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Key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3520440" cy="1783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Home Page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Professional landing page with navigation and calls to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520440" cy="1783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Authentication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Login, registration, sessions and role-based redirects.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417320"/>
            <a:ext cx="3520440" cy="1783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Admin Panel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Central control area for managing the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566160"/>
            <a:ext cx="3520440" cy="1783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Solution Management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Create, read, update and delete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566160"/>
            <a:ext cx="3520440" cy="1783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User Management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View registered users and their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566160"/>
            <a:ext cx="3520440" cy="1783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>
              <a:defRPr b="1" sz="1800"/>
            </a:pPr>
            <a:r>
              <a:rPr sz="1800">
                <a:solidFill>
                  <a:srgbClr val="1E293B"/>
                </a:solidFill>
                <a:latin typeface="Aptos"/>
              </a:rPr>
              <a:t>Contact System</a:t>
            </a:r>
          </a:p>
          <a:p>
            <a:pPr>
              <a:spcBef>
                <a:spcPts val="800"/>
              </a:spcBef>
              <a:defRPr sz="1300"/>
            </a:pPr>
            <a:r>
              <a:rPr sz="1800">
                <a:solidFill>
                  <a:srgbClr val="1E293B"/>
                </a:solidFill>
                <a:latin typeface="Aptos"/>
              </a:rPr>
              <a:t>Customers submit messages; admins can read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08  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Typical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1. User opens SolutionAdda home page.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2. Customer registers or logs in.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3. Login system checks credentials and role.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4. Customer browses solutions or sends a message.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5. Admin logs in and manages solutions, users and messages.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6. Changes are saved in MySQL and reflected on dynamic pages.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09 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Security &amp; Good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Role-based access checks protect admin-only pages.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Passwords are hashed with PHP's password_hash() function.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Prepared statements are used for database operations.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Session checks prevent unauthorized dashboard access.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Output is escaped with htmlspecialchars() when displaying user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10 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Search and filter solutions by language and category.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Add solution favorites, ratings or bookmarks.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Add pagination for large solution libraries.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Add code-copy buttons and syntax highlighting.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Add an admin analytics dashboard.</a:t>
            </a:r>
          </a:p>
          <a:p>
            <a:pPr>
              <a:spcAft>
                <a:spcPts val="1300"/>
              </a:spcAft>
              <a:defRPr sz="2000"/>
            </a:pPr>
            <a:r>
              <a:rPr sz="1800">
                <a:solidFill>
                  <a:srgbClr val="1E293B"/>
                </a:solidFill>
                <a:latin typeface="Aptos"/>
              </a:rPr>
              <a:t>Deploy the PHP/MySQL application to a public hosting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11 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Project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Provides a centralized learning resource for programming examples.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Reduces manual HTML editing by using database-driven content.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Demonstrates practical full-stack web development.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Shows understanding of authentication, CRUD and relational databases.</a:t>
            </a:r>
          </a:p>
          <a:p>
            <a:pPr>
              <a:spcAft>
                <a:spcPts val="1300"/>
              </a:spcAft>
              <a:defRPr sz="2100"/>
            </a:pPr>
            <a:r>
              <a:rPr sz="1800">
                <a:solidFill>
                  <a:srgbClr val="1E293B"/>
                </a:solidFill>
                <a:latin typeface="Aptos"/>
              </a:rPr>
              <a:t>Can be expanded into a larger coding-learning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12  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sz="2700" b="1">
                <a:solidFill>
                  <a:srgbClr val="1E293B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1498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 sz="1800">
                <a:solidFill>
                  <a:srgbClr val="1E293B"/>
                </a:solidFill>
                <a:latin typeface="Aptos"/>
              </a:rPr>
              <a:t>SolutionAdda brings together</a:t>
            </a:r>
          </a:p>
          <a:p>
            <a:pPr algn="ctr">
              <a:defRPr sz="2600"/>
            </a:pPr>
            <a:r>
              <a:rPr sz="1800">
                <a:solidFill>
                  <a:srgbClr val="1E293B"/>
                </a:solidFill>
                <a:latin typeface="Aptos"/>
              </a:rPr>
              <a:t>a professional frontend + PHP backend + MySQL database</a:t>
            </a:r>
          </a:p>
          <a:p>
            <a:pPr algn="ctr">
              <a:defRPr sz="2200"/>
            </a:pPr>
            <a:r>
              <a:rPr sz="1800">
                <a:solidFill>
                  <a:srgbClr val="1E293B"/>
                </a:solidFill>
                <a:latin typeface="Aptos"/>
              </a:rPr>
              <a:t>to create a practical programming-solution platform.</a:t>
            </a:r>
          </a:p>
          <a:p>
            <a:pPr algn="ctr">
              <a:defRPr sz="3000" b="1"/>
            </a:pPr>
            <a:r>
              <a:rPr sz="1800">
                <a:solidFill>
                  <a:srgbClr val="1E293B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sz="1800">
                <a:solidFill>
                  <a:srgbClr val="1E293B"/>
                </a:solidFill>
                <a:latin typeface="Aptos"/>
              </a:rPr>
              <a:t>SolutionAdda  •  Utkarsh Tomar  •  DR.K.N.M.I.E.T  •  BCA 5 sem    |   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  <a:latin typeface="Aptos"/>
              </a:rPr>
              <a:t>SOLUTIONADDA   •   UTKARSH TOMAR   •   DR.K.N.M.I.E.T   •   BCA 5 SEM                    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83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2700" b="1">
                <a:solidFill>
                  <a:srgbClr val="1E293B"/>
                </a:solidFill>
                <a:latin typeface="Aptos"/>
              </a:rPr>
              <a:t>13 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